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16C18-B0EC-4E21-849B-05EB56302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F14BD8-15CF-49B2-9491-9D40F2C8B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4D4691-CAB9-4EF2-AADD-BF75DBBF7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257E-0AF4-44EC-8D0F-E74CD55CD98D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A8173F-7E23-47E6-9BF8-B62A54F21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7B051-430F-4B17-8E1C-068C1A87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716-BB50-4E4B-B724-CED91A7388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195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C658A-294A-4F72-94A0-06BD02B03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D32AE4-D34C-41C8-800A-72F10A104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550B9-D615-4585-97C1-801948A82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257E-0AF4-44EC-8D0F-E74CD55CD98D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9A8C5-E69D-4CA1-9A74-79A4C94B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904B1F-D51F-408C-9A78-B3B29FF6F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716-BB50-4E4B-B724-CED91A7388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4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214DC-35A1-4D3D-90EC-A6CFA67EA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3BBA8B-C06B-418A-9F07-D7AA06CE7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107C59-BA74-44F3-89F1-F9B75CFC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257E-0AF4-44EC-8D0F-E74CD55CD98D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519EF7-C9D1-4235-BC1E-130FE04C1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5B1DD7-06CE-498E-9B2B-E9609B4E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716-BB50-4E4B-B724-CED91A7388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514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8D16A-A01F-4430-8902-1BD5088E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81AF61-689D-43FF-B3C2-EB2E1CD0D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9ED031-E8BD-4679-9DEF-BEE5E8545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B0544F-971B-468A-80F0-A362C626C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257E-0AF4-44EC-8D0F-E74CD55CD98D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08DE69-05C3-442D-9AA8-F9D72595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1A86C7-3FE7-4C5B-970D-6E29A5D37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716-BB50-4E4B-B724-CED91A7388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736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91993-AAB9-4550-9A0E-9BF93CCC9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9D50BF-EC0D-49A1-B0C9-7DA58D03A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649E10-0083-4CA2-BA1E-39A033440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1047E0-2A49-4828-B9CE-13AD3CF46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9AABE6-5851-469E-A87F-F9A324111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D02762-1C74-4291-9D00-CEFF222E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257E-0AF4-44EC-8D0F-E74CD55CD98D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1424EF-522E-414E-BD75-59042045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31320F-267A-4802-B984-D12479D23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716-BB50-4E4B-B724-CED91A7388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622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F7DDC-15F3-4103-BA67-7D70A296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1B5FC9-4285-4CA0-B556-07B18785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257E-0AF4-44EC-8D0F-E74CD55CD98D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03AFF3-0E65-4D82-A27F-B0B668E1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97E679-BA4B-44E6-B3A7-B77ACA65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716-BB50-4E4B-B724-CED91A7388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834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0AB4AA-57E1-48F7-A5DF-4EF72BC09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257E-0AF4-44EC-8D0F-E74CD55CD98D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B5F593-5505-4A06-96AC-38F61ABB2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6030ED-393B-451F-A2D2-726DBE24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716-BB50-4E4B-B724-CED91A7388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168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82B27-5D22-479C-BC1D-8CA0B8065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71FB3-AAF5-4BBF-871F-5B36D1813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37E21E-604A-4886-AC5B-4D9FD878E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837EAE-9C8B-47A6-B64C-A00AF648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257E-0AF4-44EC-8D0F-E74CD55CD98D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4C8D81-A631-4A3C-A4A1-AA4930CF0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25B7A1-58F1-4D63-A335-FBD6B28C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716-BB50-4E4B-B724-CED91A7388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97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C633A-49CF-4FC3-AD7A-5C60FCE8F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6443A1-F829-4719-8A28-A67107825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0D3ED9-2543-42B3-BED9-17647BD43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C92447-170C-44E0-AA9E-AE70BDDB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257E-0AF4-44EC-8D0F-E74CD55CD98D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475200-51A0-464B-9D77-B7BDB713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51BC48-3E44-4C4F-8BED-B23796D5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716-BB50-4E4B-B724-CED91A7388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35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FCBF9-1558-44B5-8F5A-55FC5A810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4090F6-2514-41A3-8643-91521663A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BFA954-81DD-4B37-85E9-3115D4AB3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257E-0AF4-44EC-8D0F-E74CD55CD98D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D8CB20-B368-477E-AC52-0B25BAADE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391631-580E-4167-A753-2BD9322DE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716-BB50-4E4B-B724-CED91A7388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706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9DA8B2-DC4C-4DD6-9AAB-D4891CB93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AC8AC7-B668-4757-B493-33EE88356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9C8347-5A0F-437C-A6C2-C2F192082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6257E-0AF4-44EC-8D0F-E74CD55CD98D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3CFD7A-2134-4737-B2F2-17B2F58B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9AF717-2784-497B-B16E-E8CF0A6A9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3C716-BB50-4E4B-B724-CED91A7388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83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4AF4AB-EBB6-4694-B6B5-6FE42D249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99CBF0-32BF-4FB2-812D-A5B2C2C41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9BA4E7-63AB-4533-B8B4-08358CBF0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6257E-0AF4-44EC-8D0F-E74CD55CD98D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0A4ACB-4368-4025-99E5-B4B857265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BE121-4206-4D4E-94A0-9760D188C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3C716-BB50-4E4B-B724-CED91A7388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77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C68DC0C-C723-4C7A-AFA2-125C09A6F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02" y="32863"/>
            <a:ext cx="10374173" cy="67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7020038-8DE8-4CC7-A870-B1E57ACAB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9" y="999786"/>
            <a:ext cx="8430802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940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우현 조</dc:creator>
  <cp:lastModifiedBy>우현 조</cp:lastModifiedBy>
  <cp:revision>3</cp:revision>
  <dcterms:created xsi:type="dcterms:W3CDTF">2026-07-20T01:45:14Z</dcterms:created>
  <dcterms:modified xsi:type="dcterms:W3CDTF">2026-07-20T07:07:09Z</dcterms:modified>
</cp:coreProperties>
</file>